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anyone can build anything with AI. Look around this room - in eight hours, teams here built incredible things. Building used to be the hard part. It isn't anymore. So the product matters less than ever - what matters now is distribution: reaching the right people.</a:t>
            </a:r>
          </a:p>
          <a:p/>
          <a:p>
            <a:r>
              <a:t>But there's a second shift. Everything AI makes looks the same. Generic. Soulless ads nobody remembers. What actually cuts through today is the opposite - real, organic content from real humans.</a:t>
            </a:r>
          </a:p>
          <a:p/>
          <a:p>
            <a:r>
              <a:t>Put those two together, and they point to one thing: social media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social media marketing is broken. On one side, businesses spend hours and real budget hunting for creators that actually fit them. On the other, thousands of creators want gigs - and can't find clients. And right in the middle sits an agency, taking a huge cut just to introduce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cut the agency out - and replace it with AI. Think of us as Airbnb for social media marketing. Airbnb killed the travel agency by matching people directly and taking a small cut. We do the same for brands and creators - except our matchmaker is an AI agent. And everything Airbnb has - payments, trust, reviews - we have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you. A restaurant drops in their website and brand. Our AI builds a structured profile in seconds - then scores every creator for fit. (click) And here's the result: the top three creators most likely to actually work for them. No scrolling, no guessing.</a:t>
            </a:r>
          </a:p>
          <a:p/>
          <a:p>
            <a:r>
              <a:t>And under the hood, this isn't a chatbot - it's AI agents analyzing brand, audience, content style, and past collaborations. The AI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this a real market? Yes - influencer marketing is a [___]-billion-dollar industry, growing every year. But honestly? Forget the theory.</a:t>
            </a:r>
          </a:p>
          <a:p/>
          <a:p>
            <a:r>
              <a:t>[Fill in real numbers from Jusuf/Kobi before submission.]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went out into the real world - not surveys, actual conversations. We scouted both sides. On the creator side, we already have influencers on board - including big ones. (show clips) On the business side, we didn't ask 'would you like this?' - we asked for the deal. And we already closed our first ones. People don't just want this. They're paying.</a:t>
            </a:r>
          </a:p>
          <a:p/>
          <a:p>
            <a:r>
              <a:t>[Fill in real numbers: X restaurants approached, Y deals closed, Z creators.]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where distribution decides survival: restaurants and startups. And why us? We're four founders who are creators ourselves. We run our own social media - we know exactly where this hurts, on both sides, because we live it.</a:t>
            </a:r>
          </a:p>
          <a:p/>
          <a:p>
            <a:r>
              <a:t>Today, anyone can build. The hard part is knowing if anyone wants it. We went out, we asked - and they said yes. That's RushHour.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RUSHHOUR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Today, anyone can build anything with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C8BFF"/>
                </a:solidFill>
                <a:latin typeface="Arial"/>
              </a:rPr>
              <a:t>Building is easy now.</a:t>
            </a: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4C8BFF"/>
                </a:solidFill>
                <a:latin typeface="Arial"/>
              </a:rPr>
              <a:t>→  Distribution wins.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68880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C8BFF"/>
                </a:solidFill>
                <a:latin typeface="Arial"/>
              </a:rPr>
              <a:t>AI makes everything generic.</a:t>
            </a: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4C8BFF"/>
                </a:solidFill>
                <a:latin typeface="Arial"/>
              </a:rPr>
              <a:t>→  Real humans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5A36"/>
                </a:solidFill>
                <a:latin typeface="Arial"/>
              </a:rPr>
              <a:t>= Social Media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Social media marketing is broken.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29184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BUSINESSES
can't find the right creators
slow + expensive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468880"/>
            <a:ext cx="3291840" cy="822960"/>
          </a:xfrm>
          <a:prstGeom prst="roundRect">
            <a:avLst/>
          </a:prstGeom>
          <a:solidFill>
            <a:srgbClr val="2A120C"/>
          </a:solidFill>
          <a:ln w="1905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AGENCY
huge cut just to introduce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651760"/>
            <a:ext cx="329184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CREATORS
want gigs, can't find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AA4B2"/>
                </a:solidFill>
                <a:latin typeface="Arial"/>
              </a:rPr>
              <a:t>Business  →  💸 Agency  →  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Hours of hunting, big budgets, and a middleman taking a cut.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We cut the agency out — and replace it with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5A36"/>
                </a:solidFill>
                <a:latin typeface="Arial"/>
              </a:rPr>
              <a:t>Airbnb for social media marketing.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Business  →  [ RushHour AI ]  →  Creator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663440"/>
            <a:ext cx="29260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AI matchmaking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663440"/>
            <a:ext cx="29260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663440"/>
            <a:ext cx="29260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Trust +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From brand to best-fit creators — in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688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 · Drop in website +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468880"/>
            <a:ext cx="24688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 · AI builds brand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468880"/>
            <a:ext cx="246888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 · Scores every creator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468880"/>
            <a:ext cx="2468880" cy="822960"/>
          </a:xfrm>
          <a:prstGeom prst="roundRect">
            <a:avLst/>
          </a:prstGeom>
          <a:solidFill>
            <a:srgbClr val="2A120C"/>
          </a:solidFill>
          <a:ln w="1905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 · Top 3 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5A36"/>
                </a:solidFill>
                <a:latin typeface="Arial"/>
              </a:rPr>
              <a:t>▶ 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9AA4B2"/>
                </a:solidFill>
                <a:latin typeface="Arial"/>
              </a:rPr>
              <a:t>Not a chatbot — AI agents analyze brand, audience, content style &amp; past collabs.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9AA4B2"/>
                </a:solidFill>
                <a:latin typeface="Arial"/>
              </a:rPr>
              <a:t>The AI is the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Is this a real market?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5A36"/>
                </a:solidFill>
                <a:latin typeface="Arial"/>
              </a:rPr>
              <a:t>$[ __ ]B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AA4B2"/>
                </a:solidFill>
                <a:latin typeface="Arial"/>
              </a:rPr>
              <a:t>influencer marketing, growing yearly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5176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5A36"/>
                </a:solidFill>
                <a:latin typeface="Arial"/>
              </a:rPr>
              <a:t>[ __ ]%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9319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AA4B2"/>
                </a:solidFill>
                <a:latin typeface="Arial"/>
              </a:rPr>
              <a:t>of brands already use creators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But honestly? Forget the theory.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OUR REAL DATA — SCOUTING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We went out into the real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4B2"/>
                </a:solidFill>
                <a:latin typeface="Arial"/>
              </a:rPr>
              <a:t>Not surveys. Actual conversations. Both sides.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30352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BUSINESSES
[ __ ] restaurants scouted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303520" cy="822960"/>
          </a:xfrm>
          <a:prstGeom prst="roundRect">
            <a:avLst/>
          </a:prstGeom>
          <a:solidFill>
            <a:srgbClr val="0E1116"/>
          </a:solidFill>
          <a:ln w="19050">
            <a:solidFill>
              <a:srgbClr val="4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CREATORS
influencers on board — incl. big ones (2 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5A36"/>
                </a:solidFill>
                <a:latin typeface="Arial"/>
              </a:rPr>
              <a:t>FIRST DEALS CLOSED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We didn't ask “would you like this?” — we asked for the deal. They're paying.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A36"/>
                </a:solidFill>
                <a:latin typeface="Arial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We start where distribution decides survival: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5A36"/>
                </a:solidFill>
                <a:latin typeface="Arial"/>
              </a:rPr>
              <a:t>Restaurants &amp; Startups.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4 founders — all creators. We run our own social media.</a:t>
            </a:r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We live this problem, on both sides.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5A36"/>
                </a:solidFill>
                <a:latin typeface="Arial"/>
              </a:rPr>
              <a:t>Anyone can build. The hard part is knowing if anyone wants it.</a:t>
            </a:r>
          </a:p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5A36"/>
                </a:solidFill>
                <a:latin typeface="Arial"/>
              </a:rPr>
              <a:t>We went out, we asked — and they said yes. That's RushHour.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Arial"/>
              </a:rPr>
              <a:t>RushHour ·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